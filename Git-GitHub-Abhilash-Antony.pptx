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9" r:id="rId4"/>
    <p:sldMasterId id="2147483750" r:id="rId5"/>
    <p:sldMasterId id="21474837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y="5143500" cx="9144000"/>
  <p:notesSz cx="6858000" cy="9144000"/>
  <p:embeddedFontLst>
    <p:embeddedFont>
      <p:font typeface="Hanken Grotesk Medium"/>
      <p:regular r:id="rId12"/>
      <p:bold r:id="rId13"/>
      <p:italic r:id="rId14"/>
      <p:boldItalic r:id="rId15"/>
    </p:embeddedFont>
    <p:embeddedFont>
      <p:font typeface="Neuton Light"/>
      <p:regular r:id="rId16"/>
      <p:bold r:id="rId17"/>
      <p:boldItalic r:id="rId18"/>
    </p:embeddedFont>
    <p:embeddedFont>
      <p:font typeface="Hanken Grotesk"/>
      <p:regular r:id="rId19"/>
      <p:bold r:id="rId20"/>
      <p:italic r:id="rId21"/>
      <p:boldItalic r:id="rId22"/>
    </p:embeddedFont>
    <p:embeddedFont>
      <p:font typeface="Hanken Grotesk SemiBold"/>
      <p:regular r:id="rId23"/>
      <p:bold r:id="rId24"/>
      <p:italic r:id="rId25"/>
      <p:boldItalic r:id="rId26"/>
    </p:embeddedFont>
    <p:embeddedFont>
      <p:font typeface="Neuton"/>
      <p:regular r:id="rId27"/>
      <p:bold r:id="rId28"/>
      <p:italic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Hanken Grotesk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bold.fntdata"/><Relationship Id="rId22" Type="http://schemas.openxmlformats.org/officeDocument/2006/relationships/font" Target="fonts/HankenGrotesk-boldItalic.fntdata"/><Relationship Id="rId21" Type="http://schemas.openxmlformats.org/officeDocument/2006/relationships/font" Target="fonts/HankenGrotesk-italic.fntdata"/><Relationship Id="rId24" Type="http://schemas.openxmlformats.org/officeDocument/2006/relationships/font" Target="fonts/HankenGroteskSemiBold-bold.fntdata"/><Relationship Id="rId23" Type="http://schemas.openxmlformats.org/officeDocument/2006/relationships/font" Target="fonts/HankenGrotesk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HankenGroteskSemiBold-boldItalic.fntdata"/><Relationship Id="rId25" Type="http://schemas.openxmlformats.org/officeDocument/2006/relationships/font" Target="fonts/HankenGroteskSemiBold-italic.fntdata"/><Relationship Id="rId28" Type="http://schemas.openxmlformats.org/officeDocument/2006/relationships/font" Target="fonts/Neuton-bold.fntdata"/><Relationship Id="rId27" Type="http://schemas.openxmlformats.org/officeDocument/2006/relationships/font" Target="fonts/Neuton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Neuton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4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Mono-italic.fntdata"/><Relationship Id="rId13" Type="http://schemas.openxmlformats.org/officeDocument/2006/relationships/font" Target="fonts/HankenGroteskMedium-bold.fntdata"/><Relationship Id="rId35" Type="http://schemas.openxmlformats.org/officeDocument/2006/relationships/font" Target="fonts/HankenGroteskLight-bold.fntdata"/><Relationship Id="rId12" Type="http://schemas.openxmlformats.org/officeDocument/2006/relationships/font" Target="fonts/HankenGroteskMedium-regular.fntdata"/><Relationship Id="rId34" Type="http://schemas.openxmlformats.org/officeDocument/2006/relationships/font" Target="fonts/HankenGroteskLight-regular.fntdata"/><Relationship Id="rId15" Type="http://schemas.openxmlformats.org/officeDocument/2006/relationships/font" Target="fonts/HankenGroteskMedium-boldItalic.fntdata"/><Relationship Id="rId37" Type="http://schemas.openxmlformats.org/officeDocument/2006/relationships/font" Target="fonts/HankenGroteskLight-boldItalic.fntdata"/><Relationship Id="rId14" Type="http://schemas.openxmlformats.org/officeDocument/2006/relationships/font" Target="fonts/HankenGroteskMedium-italic.fntdata"/><Relationship Id="rId36" Type="http://schemas.openxmlformats.org/officeDocument/2006/relationships/font" Target="fonts/HankenGroteskLight-italic.fntdata"/><Relationship Id="rId17" Type="http://schemas.openxmlformats.org/officeDocument/2006/relationships/font" Target="fonts/NeutonLight-bold.fntdata"/><Relationship Id="rId16" Type="http://schemas.openxmlformats.org/officeDocument/2006/relationships/font" Target="fonts/NeutonLight-regular.fntdata"/><Relationship Id="rId19" Type="http://schemas.openxmlformats.org/officeDocument/2006/relationships/font" Target="fonts/HankenGrotesk-regular.fntdata"/><Relationship Id="rId18" Type="http://schemas.openxmlformats.org/officeDocument/2006/relationships/font" Target="fonts/Neuton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a4245807a7_2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g3a4245807a7_2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a4245807a7_2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9" name="Google Shape;1279;g3a4245807a7_2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a4245807a7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a4245807a7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a4245807a7_0_1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a4245807a7_0_1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64" name="Google Shape;64;p15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7" name="Google Shape;67;p15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68" name="Google Shape;68;p1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71" name="Google Shape;71;p1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74" name="Google Shape;74;p1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77" name="Google Shape;77;p1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1" name="Google Shape;91;p16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2" name="Google Shape;92;p16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3" name="Google Shape;93;p16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4" name="Google Shape;94;p16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5" name="Google Shape;95;p16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6" name="Google Shape;96;p16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7" name="Google Shape;97;p16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8" name="Google Shape;98;p16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99" name="Google Shape;99;p16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" name="Google Shape;104;p1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" name="Google Shape;105;p1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17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9" name="Google Shape;109;p17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17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" name="Google Shape;113;p17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6" name="Google Shape;116;p17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17" name="Google Shape;117;p17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18" name="Google Shape;118;p17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19" name="Google Shape;119;p17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8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18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8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9" name="Google Shape;139;p18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0" name="Google Shape;140;p18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18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9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149" name="Google Shape;149;p19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51" name="Google Shape;151;p19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2" name="Google Shape;152;p19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6" name="Google Shape;166;p21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68" name="Google Shape;168;p21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0" name="Google Shape;170;p21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72" name="Google Shape;172;p21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21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7" name="Google Shape;177;p21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1" name="Google Shape;181;p22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2" name="Google Shape;182;p22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83" name="Google Shape;183;p22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5" name="Google Shape;185;p22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2" name="Google Shape;192;p2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5" name="Google Shape;195;p2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6" name="Google Shape;196;p2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8" name="Google Shape;198;p2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99" name="Google Shape;199;p2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0" name="Google Shape;200;p2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2" name="Google Shape;202;p2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2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2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5" name="Google Shape;205;p2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2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0" name="Google Shape;210;p2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4" name="Google Shape;214;p24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5" name="Google Shape;215;p24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6" name="Google Shape;216;p24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7" name="Google Shape;217;p24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6" name="Google Shape;226;p24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0" name="Google Shape;230;p24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4" name="Google Shape;234;p24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5" name="Google Shape;235;p24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7" name="Google Shape;237;p24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8" name="Google Shape;238;p24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239" name="Google Shape;239;p24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0" name="Google Shape;240;p24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1" name="Google Shape;241;p24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" name="Google Shape;242;p24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" name="Google Shape;243;p24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5" name="Google Shape;245;p24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5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1" name="Google Shape;261;p25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7" name="Google Shape;267;p25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2" name="Google Shape;272;p25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4" name="Google Shape;274;p25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25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25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7" name="Google Shape;277;p25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8" name="Google Shape;278;p25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9" name="Google Shape;279;p25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0" name="Google Shape;280;p25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2" name="Google Shape;282;p25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25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9" name="Google Shape;289;p26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0" name="Google Shape;290;p26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3" name="Google Shape;293;p26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6" name="Google Shape;296;p26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8" name="Google Shape;298;p26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99" name="Google Shape;299;p26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0" name="Google Shape;300;p26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1" name="Google Shape;301;p26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2" name="Google Shape;302;p26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3" name="Google Shape;303;p26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26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5" name="Google Shape;305;p26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6" name="Google Shape;306;p26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7" name="Google Shape;307;p26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8" name="Google Shape;308;p26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26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0" name="Google Shape;310;p26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26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6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3" name="Google Shape;313;p26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4" name="Google Shape;314;p26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5" name="Google Shape;315;p26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6" name="Google Shape;316;p26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317" name="Google Shape;317;p26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6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6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6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23" name="Google Shape;323;p2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4" name="Google Shape;324;p27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5" name="Google Shape;325;p27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328" name="Google Shape;328;p27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2" name="Google Shape;332;p27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3" name="Google Shape;333;p27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4" name="Google Shape;334;p27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5" name="Google Shape;335;p27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6" name="Google Shape;336;p27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7" name="Google Shape;337;p27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38" name="Google Shape;338;p27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27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7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1" name="Google Shape;341;p27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2" name="Google Shape;342;p27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3" name="Google Shape;343;p27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27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27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6" name="Google Shape;346;p27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7" name="Google Shape;347;p27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27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49" name="Google Shape;349;p27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0" name="Google Shape;350;p27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1" name="Google Shape;351;p27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27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3" name="Google Shape;353;p27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4" name="Google Shape;354;p27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5" name="Google Shape;355;p27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27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7" name="Google Shape;357;p27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8" name="Google Shape;358;p27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9" name="Google Shape;359;p27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28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3" name="Google Shape;363;p28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4" name="Google Shape;364;p28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5" name="Google Shape;365;p28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28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3" name="Google Shape;373;p28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28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28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28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28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28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4" name="Google Shape;384;p28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7" name="Google Shape;387;p28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8" name="Google Shape;388;p28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9" name="Google Shape;389;p28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0" name="Google Shape;390;p28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28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4" name="Google Shape;394;p2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95" name="Google Shape;395;p29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6" name="Google Shape;396;p29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7" name="Google Shape;397;p29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8" name="Google Shape;398;p29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9" name="Google Shape;399;p29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0" name="Google Shape;400;p29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1" name="Google Shape;401;p29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2" name="Google Shape;402;p29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3" name="Google Shape;403;p29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4" name="Google Shape;404;p29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405" name="Google Shape;405;p29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29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29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8" name="Google Shape;408;p29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9" name="Google Shape;409;p29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0" name="Google Shape;410;p29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1" name="Google Shape;411;p29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2" name="Google Shape;412;p29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3" name="Google Shape;413;p29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4" name="Google Shape;414;p29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5" name="Google Shape;415;p29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16" name="Google Shape;416;p29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30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30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30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30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30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30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5" name="Google Shape;425;p30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3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7" name="Google Shape;427;p30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8" name="Google Shape;428;p30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1" name="Google Shape;431;p30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2" name="Google Shape;432;p30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8" name="Google Shape;438;p3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9" name="Google Shape;439;p31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1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1" name="Google Shape;441;p31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31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3" name="Google Shape;443;p31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31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6" name="Google Shape;446;p31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7" name="Google Shape;447;p31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50" name="Google Shape;450;p3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51" name="Google Shape;451;p3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3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3" name="Google Shape;453;p3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4" name="Google Shape;454;p3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6" name="Google Shape;456;p3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7" name="Google Shape;457;p3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3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3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3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3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3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3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5" name="Google Shape;465;p3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6" name="Google Shape;466;p3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7" name="Google Shape;467;p3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8" name="Google Shape;468;p3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2" name="Google Shape;472;p3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3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5" name="Google Shape;475;p3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3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3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3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3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3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1" name="Google Shape;481;p3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2" name="Google Shape;482;p3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3" name="Google Shape;483;p3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4" name="Google Shape;484;p3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85" name="Google Shape;485;p3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7" name="Google Shape;487;p3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5" name="Google Shape;495;p3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6" name="Google Shape;496;p3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97" name="Google Shape;497;p34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98" name="Google Shape;498;p34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500" name="Google Shape;500;p3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01" name="Google Shape;501;p3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2" name="Google Shape;502;p3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3" name="Google Shape;503;p3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4" name="Google Shape;504;p3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5" name="Google Shape;505;p3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8" name="Google Shape;508;p3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9" name="Google Shape;509;p3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0" name="Google Shape;510;p3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1" name="Google Shape;511;p3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2" name="Google Shape;512;p3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13" name="Google Shape;513;p3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3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7" name="Google Shape;517;p3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3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23" name="Google Shape;523;p3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24" name="Google Shape;524;p3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7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8" name="Google Shape;528;p37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9" name="Google Shape;529;p37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0" name="Google Shape;530;p37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1" name="Google Shape;531;p37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2" name="Google Shape;532;p37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3" name="Google Shape;533;p37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4" name="Google Shape;534;p37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5" name="Google Shape;535;p37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6" name="Google Shape;536;p37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7" name="Google Shape;537;p37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37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37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37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1" name="Google Shape;541;p37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2" name="Google Shape;542;p3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3" name="Google Shape;543;p37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5" name="Google Shape;545;p37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37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37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37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37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37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37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37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7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37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37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37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7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0" name="Google Shape;56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68" name="Google Shape;56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9" name="Google Shape;56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9" name="Google Shape;579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0" name="Google Shape;580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9" name="Google Shape;589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0" name="Google Shape;590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1" name="Google Shape;591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2" name="Google Shape;592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3" name="Google Shape;593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8" name="Google Shape;598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1" name="Google Shape;601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4" name="Google Shape;604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09" name="Google Shape;609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2" name="Google Shape;612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9" name="Google Shape;619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25" name="Google Shape;625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8" name="Google Shape;628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29" name="Google Shape;629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32" name="Google Shape;632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3" name="Google Shape;633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6" name="Google Shape;636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1" name="Google Shape;64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42" name="Google Shape;642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3" name="Google Shape;643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4" name="Google Shape;644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55" name="Google Shape;655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664" name="Google Shape;664;p60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5" name="Google Shape;665;p6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666" name="Google Shape;666;p6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667" name="Google Shape;667;p60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60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9" name="Google Shape;669;p60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1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2" name="Google Shape;672;p61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3" name="Google Shape;673;p61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4" name="Google Shape;674;p61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5" name="Google Shape;675;p61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6" name="Google Shape;676;p61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7" name="Google Shape;677;p61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8" name="Google Shape;678;p61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79" name="Google Shape;679;p61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0" name="Google Shape;680;p61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81" name="Google Shape;681;p61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2" name="Google Shape;682;p61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3" name="Google Shape;683;p61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4" name="Google Shape;684;p61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5" name="Google Shape;685;p61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6" name="Google Shape;686;p61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7" name="Google Shape;687;p61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8" name="Google Shape;688;p61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89" name="Google Shape;689;p61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90" name="Google Shape;690;p61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691" name="Google Shape;691;p61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4" name="Google Shape;694;p6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5" name="Google Shape;695;p6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6" name="Google Shape;696;p6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7" name="Google Shape;697;p62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98" name="Google Shape;698;p62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9" name="Google Shape;699;p62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0" name="Google Shape;700;p62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1" name="Google Shape;701;p62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2" name="Google Shape;702;p62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4" name="Google Shape;704;p62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05" name="Google Shape;705;p62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06" name="Google Shape;706;p62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07" name="Google Shape;707;p62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708" name="Google Shape;708;p62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709" name="Google Shape;709;p62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710" name="Google Shape;710;p62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11" name="Google Shape;711;p62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12" name="Google Shape;712;p62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15" name="Google Shape;715;p6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6" name="Google Shape;716;p6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7" name="Google Shape;717;p6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8" name="Google Shape;718;p63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9" name="Google Shape;719;p63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0" name="Google Shape;720;p63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63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p63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3" name="Google Shape;723;p63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63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5" name="Google Shape;725;p63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6" name="Google Shape;726;p63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7" name="Google Shape;727;p63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8" name="Google Shape;728;p63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9" name="Google Shape;729;p63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0" name="Google Shape;730;p63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1" name="Google Shape;731;p63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2" name="Google Shape;732;p63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3" name="Google Shape;733;p63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4" name="Google Shape;734;p63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5" name="Google Shape;735;p63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6" name="Google Shape;736;p63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7" name="Google Shape;737;p63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" name="Google Shape;739;p64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740" name="Google Shape;740;p64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41" name="Google Shape;741;p64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42" name="Google Shape;742;p64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3" name="Google Shape;743;p64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744" name="Google Shape;744;p64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5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747" name="Google Shape;747;p65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8" name="Google Shape;748;p6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9" name="Google Shape;749;p65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750" name="Google Shape;750;p65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751" name="Google Shape;751;p6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53" name="Google Shape;753;p65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754" name="Google Shape;754;p6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56" name="Google Shape;756;p65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757" name="Google Shape;757;p6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759" name="Google Shape;759;p65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760" name="Google Shape;760;p65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6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764" name="Google Shape;764;p66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66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766" name="Google Shape;766;p66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767" name="Google Shape;767;p66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68" name="Google Shape;768;p66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769" name="Google Shape;769;p66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770" name="Google Shape;770;p66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66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7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74" name="Google Shape;774;p67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75" name="Google Shape;775;p67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76" name="Google Shape;776;p67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77" name="Google Shape;777;p67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78" name="Google Shape;778;p67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79" name="Google Shape;779;p67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80" name="Google Shape;780;p67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81" name="Google Shape;781;p6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82" name="Google Shape;782;p67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3" name="Google Shape;783;p67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4" name="Google Shape;784;p67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5" name="Google Shape;785;p67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88" name="Google Shape;788;p6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89" name="Google Shape;789;p68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90" name="Google Shape;790;p68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791" name="Google Shape;791;p68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2" name="Google Shape;792;p68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3" name="Google Shape;793;p68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96" name="Google Shape;796;p69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97" name="Google Shape;797;p69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98" name="Google Shape;798;p69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799" name="Google Shape;799;p69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0" name="Google Shape;800;p69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01" name="Google Shape;801;p69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2" name="Google Shape;802;p69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3" name="Google Shape;803;p69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4" name="Google Shape;804;p69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5" name="Google Shape;805;p69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6" name="Google Shape;806;p69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7" name="Google Shape;807;p69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8" name="Google Shape;808;p69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09" name="Google Shape;809;p6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10" name="Google Shape;810;p69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1" name="Google Shape;811;p69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2" name="Google Shape;812;p69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3" name="Google Shape;813;p69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14" name="Google Shape;814;p69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5" name="Google Shape;815;p69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6" name="Google Shape;816;p69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7" name="Google Shape;817;p69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8" name="Google Shape;818;p69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9" name="Google Shape;819;p69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0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22" name="Google Shape;822;p70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23" name="Google Shape;823;p70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24" name="Google Shape;824;p70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25" name="Google Shape;825;p70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26" name="Google Shape;826;p70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27" name="Google Shape;827;p70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28" name="Google Shape;828;p70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29" name="Google Shape;829;p70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0" name="Google Shape;830;p70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1" name="Google Shape;831;p70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2" name="Google Shape;832;p70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3" name="Google Shape;833;p70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4" name="Google Shape;834;p70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5" name="Google Shape;835;p70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6" name="Google Shape;836;p70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7" name="Google Shape;837;p70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8" name="Google Shape;838;p70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39" name="Google Shape;839;p70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0" name="Google Shape;840;p70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1" name="Google Shape;841;p7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42" name="Google Shape;842;p70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843" name="Google Shape;843;p70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844" name="Google Shape;844;p70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845" name="Google Shape;845;p70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846" name="Google Shape;846;p70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847" name="Google Shape;847;p70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8" name="Google Shape;848;p70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9" name="Google Shape;849;p70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0" name="Google Shape;850;p70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1" name="Google Shape;851;p70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2" name="Google Shape;852;p70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3" name="Google Shape;853;p70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4" name="Google Shape;854;p70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5" name="Google Shape;855;p70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6" name="Google Shape;856;p70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9" name="Google Shape;859;p71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60" name="Google Shape;860;p71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61" name="Google Shape;861;p71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62" name="Google Shape;862;p71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63" name="Google Shape;863;p71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4" name="Google Shape;864;p71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71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71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7" name="Google Shape;867;p71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8" name="Google Shape;868;p71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69" name="Google Shape;869;p71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70" name="Google Shape;870;p71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71" name="Google Shape;871;p71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72" name="Google Shape;872;p71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73" name="Google Shape;873;p71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4" name="Google Shape;874;p71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5" name="Google Shape;875;p71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6" name="Google Shape;876;p71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7" name="Google Shape;877;p71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8" name="Google Shape;878;p71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79" name="Google Shape;879;p71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0" name="Google Shape;880;p71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1" name="Google Shape;881;p71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2" name="Google Shape;882;p71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3" name="Google Shape;883;p71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4" name="Google Shape;884;p71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5" name="Google Shape;885;p71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6" name="Google Shape;886;p71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7" name="Google Shape;887;p71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8" name="Google Shape;888;p71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89" name="Google Shape;889;p71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90" name="Google Shape;890;p71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91" name="Google Shape;891;p71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92" name="Google Shape;892;p71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95" name="Google Shape;895;p72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96" name="Google Shape;896;p72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97" name="Google Shape;897;p72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98" name="Google Shape;898;p72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99" name="Google Shape;899;p72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0" name="Google Shape;900;p72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1" name="Google Shape;901;p72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2" name="Google Shape;902;p72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3" name="Google Shape;903;p72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4" name="Google Shape;904;p72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5" name="Google Shape;905;p72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6" name="Google Shape;906;p72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7" name="Google Shape;907;p72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8" name="Google Shape;908;p72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9" name="Google Shape;909;p72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0" name="Google Shape;910;p72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1" name="Google Shape;911;p72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2" name="Google Shape;912;p72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3" name="Google Shape;913;p72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4" name="Google Shape;914;p72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5" name="Google Shape;915;p72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6" name="Google Shape;916;p72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7" name="Google Shape;917;p72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8" name="Google Shape;918;p72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9" name="Google Shape;919;p72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0" name="Google Shape;920;p72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921" name="Google Shape;921;p72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922" name="Google Shape;922;p72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923" name="Google Shape;923;p72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924" name="Google Shape;924;p72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925" name="Google Shape;925;p72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6" name="Google Shape;926;p72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72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72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31" name="Google Shape;931;p7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2" name="Google Shape;932;p73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3" name="Google Shape;933;p73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4" name="Google Shape;934;p73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35" name="Google Shape;935;p73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936" name="Google Shape;936;p73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37" name="Google Shape;937;p73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38" name="Google Shape;938;p73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39" name="Google Shape;939;p73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0" name="Google Shape;940;p73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1" name="Google Shape;941;p73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2" name="Google Shape;942;p73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3" name="Google Shape;943;p73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4" name="Google Shape;944;p73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5" name="Google Shape;945;p73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46" name="Google Shape;946;p73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73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73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49" name="Google Shape;949;p73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0" name="Google Shape;950;p73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1" name="Google Shape;951;p73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2" name="Google Shape;952;p73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3" name="Google Shape;953;p73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4" name="Google Shape;954;p73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5" name="Google Shape;955;p73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6" name="Google Shape;956;p73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957" name="Google Shape;957;p73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8" name="Google Shape;958;p73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59" name="Google Shape;959;p73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0" name="Google Shape;960;p73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1" name="Google Shape;961;p73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2" name="Google Shape;962;p73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3" name="Google Shape;963;p73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4" name="Google Shape;964;p73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5" name="Google Shape;965;p73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6" name="Google Shape;966;p73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7" name="Google Shape;967;p73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4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0" name="Google Shape;970;p74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1" name="Google Shape;971;p74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2" name="Google Shape;972;p74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3" name="Google Shape;973;p74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4" name="Google Shape;974;p74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5" name="Google Shape;975;p74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6" name="Google Shape;976;p74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7" name="Google Shape;977;p74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8" name="Google Shape;978;p74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79" name="Google Shape;979;p74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0" name="Google Shape;980;p74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1" name="Google Shape;981;p74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2" name="Google Shape;982;p74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3" name="Google Shape;983;p74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4" name="Google Shape;984;p74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5" name="Google Shape;985;p74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6" name="Google Shape;986;p74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7" name="Google Shape;987;p74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8" name="Google Shape;988;p74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9" name="Google Shape;989;p74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0" name="Google Shape;990;p74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1" name="Google Shape;991;p74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2" name="Google Shape;992;p74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3" name="Google Shape;993;p74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994" name="Google Shape;994;p74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95" name="Google Shape;995;p74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6" name="Google Shape;996;p74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7" name="Google Shape;997;p74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8" name="Google Shape;998;p74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99" name="Google Shape;999;p74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02" name="Google Shape;1002;p75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1003" name="Google Shape;1003;p75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4" name="Google Shape;1004;p75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5" name="Google Shape;1005;p75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6" name="Google Shape;1006;p75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7" name="Google Shape;1007;p75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8" name="Google Shape;1008;p75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09" name="Google Shape;1009;p75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0" name="Google Shape;1010;p75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1" name="Google Shape;1011;p75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2" name="Google Shape;1012;p75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13" name="Google Shape;1013;p75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4" name="Google Shape;1014;p75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5" name="Google Shape;1015;p75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16" name="Google Shape;1016;p75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17" name="Google Shape;1017;p75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18" name="Google Shape;1018;p75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19" name="Google Shape;1019;p75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20" name="Google Shape;1020;p75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21" name="Google Shape;1021;p75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22" name="Google Shape;1022;p75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23" name="Google Shape;1023;p75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1024" name="Google Shape;1024;p75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76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27" name="Google Shape;1027;p76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28" name="Google Shape;1028;p76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29" name="Google Shape;1029;p76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0" name="Google Shape;1030;p76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1" name="Google Shape;1031;p76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2" name="Google Shape;1032;p76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3" name="Google Shape;1033;p76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34" name="Google Shape;1034;p76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035" name="Google Shape;1035;p76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36" name="Google Shape;1036;p76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37" name="Google Shape;1037;p76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38" name="Google Shape;1038;p76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39" name="Google Shape;1039;p76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40" name="Google Shape;1040;p76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41" name="Google Shape;1041;p76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42" name="Google Shape;1042;p76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1043" name="Google Shape;1043;p76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46" name="Google Shape;1046;p7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047" name="Google Shape;1047;p77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8" name="Google Shape;1048;p77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49" name="Google Shape;1049;p77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0" name="Google Shape;1050;p77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51" name="Google Shape;1051;p77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2" name="Google Shape;1052;p77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53" name="Google Shape;1053;p77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54" name="Google Shape;1054;p77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55" name="Google Shape;1055;p77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58" name="Google Shape;1058;p7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1059" name="Google Shape;1059;p78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0" name="Google Shape;1060;p78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1" name="Google Shape;1061;p78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2" name="Google Shape;1062;p78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3" name="Google Shape;1063;p78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4" name="Google Shape;1064;p78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5" name="Google Shape;1065;p78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66" name="Google Shape;1066;p78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67" name="Google Shape;1067;p78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68" name="Google Shape;1068;p78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69" name="Google Shape;1069;p78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70" name="Google Shape;1070;p78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71" name="Google Shape;1071;p78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2" name="Google Shape;1072;p78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3" name="Google Shape;1073;p78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4" name="Google Shape;1074;p78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5" name="Google Shape;1075;p78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6" name="Google Shape;1076;p78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9" name="Google Shape;1079;p7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0" name="Google Shape;1080;p7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1" name="Google Shape;1081;p7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2" name="Google Shape;1082;p7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83" name="Google Shape;1083;p79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4" name="Google Shape;1084;p79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5" name="Google Shape;1085;p79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6" name="Google Shape;1086;p79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7" name="Google Shape;1087;p79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8" name="Google Shape;1088;p79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89" name="Google Shape;1089;p79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0" name="Google Shape;1090;p79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1" name="Google Shape;1091;p79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2" name="Google Shape;1092;p79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093" name="Google Shape;1093;p79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79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5" name="Google Shape;1095;p79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6" name="Google Shape;1096;p79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7" name="Google Shape;1097;p79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98" name="Google Shape;1098;p79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1" name="Google Shape;1101;p80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2" name="Google Shape;1102;p80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03" name="Google Shape;1103;p8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4" name="Google Shape;1104;p8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1105" name="Google Shape;1105;p80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1106" name="Google Shape;1106;p80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7" name="Google Shape;1107;p80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108" name="Google Shape;1108;p8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09" name="Google Shape;1109;p80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10" name="Google Shape;1110;p80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1" name="Google Shape;1111;p80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2" name="Google Shape;1112;p80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3" name="Google Shape;1113;p80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4" name="Google Shape;1114;p80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5" name="Google Shape;1115;p80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6" name="Google Shape;1116;p80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7" name="Google Shape;1117;p80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8" name="Google Shape;1118;p80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19" name="Google Shape;1119;p80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20" name="Google Shape;1120;p80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1121" name="Google Shape;1121;p80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4" name="Google Shape;1124;p81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125" name="Google Shape;1125;p81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26" name="Google Shape;1126;p81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7" name="Google Shape;1127;p81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0" name="Google Shape;1130;p8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131" name="Google Shape;1131;p8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32" name="Google Shape;1132;p82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82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3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36" name="Google Shape;1136;p83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37" name="Google Shape;1137;p83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38" name="Google Shape;1138;p83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39" name="Google Shape;1139;p83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0" name="Google Shape;1140;p83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1" name="Google Shape;1141;p83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2" name="Google Shape;1142;p83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3" name="Google Shape;1143;p83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4" name="Google Shape;1144;p83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5" name="Google Shape;1145;p83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46" name="Google Shape;1146;p83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47" name="Google Shape;1147;p83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48" name="Google Shape;1148;p83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49" name="Google Shape;1149;p83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150" name="Google Shape;1150;p8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1" name="Google Shape;1151;p83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2" name="Google Shape;1152;p83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3" name="Google Shape;1153;p83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4" name="Google Shape;1154;p83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5" name="Google Shape;1155;p83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6" name="Google Shape;1156;p83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7" name="Google Shape;1157;p83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8" name="Google Shape;1158;p83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59" name="Google Shape;1159;p83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0" name="Google Shape;1160;p83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1" name="Google Shape;1161;p83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2" name="Google Shape;1162;p83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3" name="Google Shape;1163;p83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4" name="Google Shape;1164;p83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65" name="Google Shape;1165;p83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8" name="Google Shape;1168;p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173" name="Google Shape;1173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176" name="Google Shape;1176;p8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7" name="Google Shape;1177;p8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82" name="Google Shape;1182;p8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9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87" name="Google Shape;1187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8" name="Google Shape;1188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9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3" name="Google Shape;1193;p9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197" name="Google Shape;1197;p9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8" name="Google Shape;1198;p9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99" name="Google Shape;1199;p9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0" name="Google Shape;1200;p9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1" name="Google Shape;1201;p9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02" name="Google Shape;1202;p9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205" name="Google Shape;1205;p9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6" name="Google Shape;1206;p9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9" name="Google Shape;1209;p9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0" name="Google Shape;1210;p9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1" name="Google Shape;1211;p9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2" name="Google Shape;1212;p9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9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5" name="Google Shape;1215;p9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6" name="Google Shape;1216;p9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7" name="Google Shape;1217;p9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8" name="Google Shape;1218;p9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19" name="Google Shape;1219;p9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0" name="Google Shape;1220;p9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3" name="Google Shape;1223;p9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4" name="Google Shape;1224;p9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5" name="Google Shape;1225;p9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26" name="Google Shape;1226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7" name="Google Shape;1227;p9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8" name="Google Shape;1228;p9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29" name="Google Shape;1229;p9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0" name="Google Shape;1230;p9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233" name="Google Shape;1233;p10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0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6" name="Google Shape;1236;p10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7" name="Google Shape;1237;p10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8" name="Google Shape;1238;p10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39" name="Google Shape;1239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240" name="Google Shape;1240;p10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1" name="Google Shape;1241;p10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0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4" name="Google Shape;1244;p10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5" name="Google Shape;1245;p10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6" name="Google Shape;1246;p10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7" name="Google Shape;1247;p10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8" name="Google Shape;1248;p10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49" name="Google Shape;1249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250" name="Google Shape;1250;p10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1" name="Google Shape;1251;p10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2" name="Google Shape;1252;p10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7" name="Google Shape;1257;p10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8" name="Google Shape;1258;p10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9" name="Google Shape;1259;p10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0" name="Google Shape;1260;p10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1" name="Google Shape;1261;p10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2" name="Google Shape;1262;p10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263" name="Google Shape;1263;p10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0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5" name="Google Shape;1265;p10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4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6.xml"/><Relationship Id="rId20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100.xml"/><Relationship Id="rId21" Type="http://schemas.openxmlformats.org/officeDocument/2006/relationships/slideLayout" Target="../slideLayouts/slideLayout77.xml"/><Relationship Id="rId43" Type="http://schemas.openxmlformats.org/officeDocument/2006/relationships/slideLayout" Target="../slideLayouts/slideLayout99.xml"/><Relationship Id="rId24" Type="http://schemas.openxmlformats.org/officeDocument/2006/relationships/slideLayout" Target="../slideLayouts/slideLayout80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79.xml"/><Relationship Id="rId45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85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68.xml"/><Relationship Id="rId34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92.xml"/><Relationship Id="rId17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60" name="Google Shape;660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61" name="Google Shape;66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5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1" name="Google Shape;1271;p105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2" name="Google Shape;1272;p10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73" name="Google Shape;1273;p10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Version Control using Git &amp; GitHub</a:t>
            </a:r>
            <a:endParaRPr/>
          </a:p>
        </p:txBody>
      </p:sp>
      <p:sp>
        <p:nvSpPr>
          <p:cNvPr id="1274" name="Google Shape;1274;p10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Techversant Infotech</a:t>
            </a:r>
            <a:endParaRPr/>
          </a:p>
        </p:txBody>
      </p:sp>
      <p:sp>
        <p:nvSpPr>
          <p:cNvPr id="1275" name="Google Shape;1275;p105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December 2025</a:t>
            </a:r>
            <a:endParaRPr/>
          </a:p>
        </p:txBody>
      </p:sp>
      <p:sp>
        <p:nvSpPr>
          <p:cNvPr id="1276" name="Google Shape;1276;p105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Abhilash Antony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106"/>
          <p:cNvGrpSpPr/>
          <p:nvPr/>
        </p:nvGrpSpPr>
        <p:grpSpPr>
          <a:xfrm>
            <a:off x="238136" y="546847"/>
            <a:ext cx="2887381" cy="450006"/>
            <a:chOff x="205180" y="255349"/>
            <a:chExt cx="3948825" cy="616447"/>
          </a:xfrm>
        </p:grpSpPr>
        <p:grpSp>
          <p:nvGrpSpPr>
            <p:cNvPr id="1282" name="Google Shape;1282;p106"/>
            <p:cNvGrpSpPr/>
            <p:nvPr/>
          </p:nvGrpSpPr>
          <p:grpSpPr>
            <a:xfrm>
              <a:off x="205180" y="255349"/>
              <a:ext cx="900000" cy="616447"/>
              <a:chOff x="-1694195" y="1469582"/>
              <a:chExt cx="1440000" cy="981916"/>
            </a:xfrm>
          </p:grpSpPr>
          <p:sp>
            <p:nvSpPr>
              <p:cNvPr id="1283" name="Google Shape;1283;p106"/>
              <p:cNvSpPr/>
              <p:nvPr/>
            </p:nvSpPr>
            <p:spPr>
              <a:xfrm rot="5400000">
                <a:off x="-1417745" y="1287948"/>
                <a:ext cx="887100" cy="1440000"/>
              </a:xfrm>
              <a:prstGeom prst="roundRect">
                <a:avLst>
                  <a:gd fmla="val 5925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1284" name="Google Shape;1284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1699" r="1709" t="0"/>
              <a:stretch/>
            </p:blipFill>
            <p:spPr>
              <a:xfrm>
                <a:off x="-1605961" y="1469582"/>
                <a:ext cx="581984" cy="967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5" name="Google Shape;1285;p106"/>
            <p:cNvGrpSpPr/>
            <p:nvPr/>
          </p:nvGrpSpPr>
          <p:grpSpPr>
            <a:xfrm>
              <a:off x="2237730" y="255361"/>
              <a:ext cx="900000" cy="616326"/>
              <a:chOff x="2237730" y="255361"/>
              <a:chExt cx="900000" cy="616326"/>
            </a:xfrm>
          </p:grpSpPr>
          <p:pic>
            <p:nvPicPr>
              <p:cNvPr id="1286" name="Google Shape;1286;p106"/>
              <p:cNvPicPr preferRelativeResize="0"/>
              <p:nvPr/>
            </p:nvPicPr>
            <p:blipFill rotWithShape="1">
              <a:blip r:embed="rId4">
                <a:alphaModFix/>
              </a:blip>
              <a:srcRect b="0" l="2078" r="2089" t="0"/>
              <a:stretch/>
            </p:blipFill>
            <p:spPr>
              <a:xfrm>
                <a:off x="2292876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7" name="Google Shape;1287;p106"/>
              <p:cNvSpPr/>
              <p:nvPr/>
            </p:nvSpPr>
            <p:spPr>
              <a:xfrm rot="5400000">
                <a:off x="2409330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288" name="Google Shape;1288;p106"/>
            <p:cNvGrpSpPr/>
            <p:nvPr/>
          </p:nvGrpSpPr>
          <p:grpSpPr>
            <a:xfrm>
              <a:off x="1221455" y="255349"/>
              <a:ext cx="900000" cy="616325"/>
              <a:chOff x="1221455" y="255349"/>
              <a:chExt cx="900000" cy="616325"/>
            </a:xfrm>
          </p:grpSpPr>
          <p:pic>
            <p:nvPicPr>
              <p:cNvPr id="1289" name="Google Shape;1289;p106"/>
              <p:cNvPicPr preferRelativeResize="0"/>
              <p:nvPr/>
            </p:nvPicPr>
            <p:blipFill rotWithShape="1">
              <a:blip r:embed="rId5">
                <a:alphaModFix/>
              </a:blip>
              <a:srcRect b="0" l="1923" r="1911" t="0"/>
              <a:stretch/>
            </p:blipFill>
            <p:spPr>
              <a:xfrm>
                <a:off x="1276601" y="255349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0" name="Google Shape;1290;p106"/>
              <p:cNvSpPr/>
              <p:nvPr/>
            </p:nvSpPr>
            <p:spPr>
              <a:xfrm rot="5400000">
                <a:off x="1393055" y="143274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291" name="Google Shape;1291;p106"/>
            <p:cNvGrpSpPr/>
            <p:nvPr/>
          </p:nvGrpSpPr>
          <p:grpSpPr>
            <a:xfrm>
              <a:off x="3254005" y="255361"/>
              <a:ext cx="900000" cy="616326"/>
              <a:chOff x="3254005" y="255361"/>
              <a:chExt cx="900000" cy="616326"/>
            </a:xfrm>
          </p:grpSpPr>
          <p:sp>
            <p:nvSpPr>
              <p:cNvPr id="1292" name="Google Shape;1292;p106"/>
              <p:cNvSpPr/>
              <p:nvPr/>
            </p:nvSpPr>
            <p:spPr>
              <a:xfrm rot="5400000">
                <a:off x="3425605" y="143287"/>
                <a:ext cx="556800" cy="900000"/>
              </a:xfrm>
              <a:prstGeom prst="roundRect">
                <a:avLst>
                  <a:gd fmla="val 5925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pic>
            <p:nvPicPr>
              <p:cNvPr id="1293" name="Google Shape;1293;p106"/>
              <p:cNvPicPr preferRelativeResize="0"/>
              <p:nvPr/>
            </p:nvPicPr>
            <p:blipFill rotWithShape="1">
              <a:blip r:embed="rId6">
                <a:alphaModFix/>
              </a:blip>
              <a:srcRect b="0" l="1923" r="1911" t="0"/>
              <a:stretch/>
            </p:blipFill>
            <p:spPr>
              <a:xfrm>
                <a:off x="3309151" y="255361"/>
                <a:ext cx="363742" cy="607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94" name="Google Shape;1294;p106"/>
          <p:cNvSpPr txBox="1"/>
          <p:nvPr>
            <p:ph idx="1" type="subTitle"/>
          </p:nvPr>
        </p:nvSpPr>
        <p:spPr>
          <a:xfrm>
            <a:off x="594025" y="59000"/>
            <a:ext cx="3696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900"/>
              <a:t>VERSION CONTROL</a:t>
            </a:r>
            <a:endParaRPr sz="1900"/>
          </a:p>
        </p:txBody>
      </p:sp>
      <p:sp>
        <p:nvSpPr>
          <p:cNvPr id="1295" name="Google Shape;1295;p106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Techversant Infotech</a:t>
            </a:r>
            <a:endParaRPr sz="1100"/>
          </a:p>
        </p:txBody>
      </p:sp>
      <p:sp>
        <p:nvSpPr>
          <p:cNvPr id="1296" name="Google Shape;1296;p106"/>
          <p:cNvSpPr txBox="1"/>
          <p:nvPr/>
        </p:nvSpPr>
        <p:spPr>
          <a:xfrm>
            <a:off x="238125" y="1061525"/>
            <a:ext cx="8691900" cy="3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VCS</a:t>
            </a: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is useful for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○"/>
            </a:pP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Keep track of changes in files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○"/>
            </a:pP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Reverting to safe/stable previous version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○"/>
            </a:pPr>
            <a:r>
              <a:rPr b="1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Who</a:t>
            </a: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did </a:t>
            </a:r>
            <a:r>
              <a:rPr b="1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What</a:t>
            </a: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b="1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When</a:t>
            </a:r>
            <a:endParaRPr b="1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○"/>
            </a:pP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Makes collaboration easier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anken Grotesk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Diffing</a:t>
            </a: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: Shows the exact differences between two files or code versions.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	  file1.py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							</a:t>
            </a:r>
            <a:r>
              <a:rPr b="0" i="0" lang="en" sz="1100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file2.py</a:t>
            </a:r>
            <a:endParaRPr b="0" i="0" sz="11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F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en" sz="1100" u="none" cap="none" strike="noStrike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$ diff</a:t>
            </a:r>
            <a:r>
              <a:rPr lang="en" sz="1100" u="none" cap="none" strike="noStrike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 u="none" cap="none" strike="noStrike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-u</a:t>
            </a:r>
            <a:r>
              <a:rPr lang="en" sz="1100" u="none" cap="none" strike="noStrike">
                <a:latin typeface="Roboto Mono"/>
                <a:ea typeface="Roboto Mono"/>
                <a:cs typeface="Roboto Mono"/>
                <a:sym typeface="Roboto Mono"/>
              </a:rPr>
              <a:t> file1.py file2.py</a:t>
            </a:r>
            <a:endParaRPr sz="1100" u="none" cap="none" strike="noStrike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97" name="Google Shape;1297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800" y="2434638"/>
            <a:ext cx="23622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10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29013" y="2434638"/>
            <a:ext cx="23907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7"/>
          <p:cNvSpPr txBox="1"/>
          <p:nvPr>
            <p:ph type="title"/>
          </p:nvPr>
        </p:nvSpPr>
        <p:spPr>
          <a:xfrm>
            <a:off x="161400" y="15615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Projected results</a:t>
            </a:r>
            <a:endParaRPr/>
          </a:p>
        </p:txBody>
      </p:sp>
      <p:sp>
        <p:nvSpPr>
          <p:cNvPr id="1304" name="Google Shape;1304;p107"/>
          <p:cNvSpPr txBox="1"/>
          <p:nvPr/>
        </p:nvSpPr>
        <p:spPr>
          <a:xfrm>
            <a:off x="216300" y="835750"/>
            <a:ext cx="87114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08"/>
          <p:cNvSpPr txBox="1"/>
          <p:nvPr>
            <p:ph type="title"/>
          </p:nvPr>
        </p:nvSpPr>
        <p:spPr>
          <a:xfrm>
            <a:off x="161400" y="15615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10" name="Google Shape;1310;p108"/>
          <p:cNvSpPr txBox="1"/>
          <p:nvPr/>
        </p:nvSpPr>
        <p:spPr>
          <a:xfrm>
            <a:off x="216300" y="835750"/>
            <a:ext cx="8711400" cy="4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